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CyBrain Security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Reponse aux exigences du PFE</a:t>
            </a:r>
          </a:p>
          <a:p>
            <a:r>
              <a:t>Master RTIC - 2025/2026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(Contexte)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CyBrain est une plateforme web de scan de securite developpee en Python/Flask.</a:t>
            </a:r>
          </a:p>
          <a:p>
            <a:pPr/>
            <a:r>
              <a:t>Le projet centralise plusieurs analyses: reseau, web, serveur, dependances, SAST et DAST.</a:t>
            </a:r>
          </a:p>
          <a:p>
            <a:pPr/>
            <a:r>
              <a:t>Contexte: besoin d un outil pedagogique et operationnel pour detecter et corriger les vulnerabilites.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Construire une plateforme unifiee de cyber-audit avec interface unique.</a:t>
            </a:r>
          </a:p>
          <a:p>
            <a:pPr/>
            <a:r>
              <a:t>Lancer des scans, mesurer le risque, generer des rapports exploitables.</a:t>
            </a:r>
          </a:p>
          <a:p>
            <a:pPr/>
            <a:r>
              <a:t>Proposer des corrections automatiques pour certaines configurations serveur.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Analyse des besoins et conception d une architecture modulaire.</a:t>
            </a:r>
          </a:p>
          <a:p>
            <a:pPr/>
            <a:r>
              <a:t>Implementation iterative par fonctionnalite (backend, scanners, dashboard).</a:t>
            </a:r>
          </a:p>
          <a:p>
            <a:pPr/>
            <a:r>
              <a:t>Tests fonctionnels continus et correction des faux positifs.</a:t>
            </a:r>
          </a:p>
          <a:p>
            <a:pPr/>
            <a:r>
              <a:t>Validation par cycle: scan -&gt; correction -&gt; re-scan.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Outils utilises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Langages/Frameworks: Python 3.13, Flask, HTML/CSS/JavaScript.</a:t>
            </a:r>
          </a:p>
          <a:p>
            <a:pPr/>
            <a:r>
              <a:t>Securite: Nmap, Nikto, Bandit, pip-audit / npm audit.</a:t>
            </a:r>
          </a:p>
          <a:p>
            <a:pPr/>
            <a:r>
              <a:t>Infrastructure: SQLite, Redis (optionnel), Gunicorn, Docker Compose.</a:t>
            </a:r>
          </a:p>
          <a:p>
            <a:pPr/>
            <a:r>
              <a:t>Environnement: VS Code, PowerShell/CMD, Git/GitHub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Resultats obtenus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Plateforme operationnelle avec authentification, roles et audit log.</a:t>
            </a:r>
          </a:p>
          <a:p>
            <a:pPr/>
            <a:r>
              <a:t>Execution multi-scans et calcul du risk score.</a:t>
            </a:r>
          </a:p>
          <a:p>
            <a:pPr/>
            <a:r>
              <a:t>Generation de fichiers de configuration corriges.</a:t>
            </a:r>
          </a:p>
          <a:p>
            <a:pPr/>
            <a:r>
              <a:t>Correction recente des faux positifs dans server_int (Options/ciphers/MPM).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Ce qui n est pas encore finalise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Extension de la couverture de tests automatiques (unitaires + integration).</a:t>
            </a:r>
          </a:p>
          <a:p>
            <a:pPr/>
            <a:r>
              <a:t>Finalisation avancee de l export PDF (mise en forme).</a:t>
            </a:r>
          </a:p>
          <a:p>
            <a:pPr/>
            <a:r>
              <a:t>Durcissement production complet (monitoring + observabilite).</a:t>
            </a:r>
          </a:p>
          <a:p>
            <a:pPr/>
            <a:r>
              <a:t>Consolidation finale de la documentation utilisateur pour la soutenance.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Perspectives (Prochaines etapes)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Finaliser les tests de non-regression sur des cas reels.</a:t>
            </a:r>
          </a:p>
          <a:p>
            <a:pPr/>
            <a:r>
              <a:t>Stabiliser la demo de bout en bout pour la soutenance.</a:t>
            </a:r>
          </a:p>
          <a:p>
            <a:pPr/>
            <a:r>
              <a:t>Enrichir les regles de conformite (CIS/OWASP) et les KPI dashboard.</a:t>
            </a:r>
          </a:p>
          <a:p>
            <a:pPr/>
            <a:r>
              <a:t>Preparer un profil de deploiement production robuste.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 coeur du projet est realise et fonctionnel.</a:t>
            </a:r>
          </a:p>
          <a:p>
            <a:pPr/>
            <a:r>
              <a:t>Les resultats sont concrets, mesurables et demonstrables.</a:t>
            </a:r>
          </a:p>
          <a:p>
            <a:pPr/>
            <a:r>
              <a:t>Le reste du travail est principalement de finition et de robustesse.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demo propose (demain)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Lancer la plateforme et montrer login/dashboard.</a:t>
            </a:r>
          </a:p>
          <a:p>
            <a:pPr/>
            <a:r>
              <a:t>2) Scanner un fichier de configuration vulnerable.</a:t>
            </a:r>
          </a:p>
          <a:p>
            <a:pPr/>
            <a:r>
              <a:t>3) Montrer le rapport de risque et les recommandations.</a:t>
            </a:r>
          </a:p>
          <a:p>
            <a:pPr/>
            <a:r>
              <a:t>4) Telecharger le fichier corrige puis relancer le scan.</a:t>
            </a:r>
          </a:p>
          <a:p>
            <a:pPr/>
            <a:r>
              <a:t>5) Conclure avec les limites et les perspectives.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