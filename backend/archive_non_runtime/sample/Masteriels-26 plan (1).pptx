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67" r:id="rId2"/>
    <p:sldId id="269" r:id="rId3"/>
    <p:sldId id="268" r:id="rId4"/>
  </p:sldIdLst>
  <p:sldSz cx="18288000" cy="10287000"/>
  <p:notesSz cx="6858000" cy="9144000"/>
  <p:embeddedFontLst>
    <p:embeddedFont>
      <p:font typeface="Calibri" pitchFamily="34" charset="0"/>
      <p:regular r:id="rId5"/>
      <p:bold r:id="rId6"/>
      <p:italic r:id="rId7"/>
      <p:boldItalic r:id="rId8"/>
    </p:embeddedFont>
    <p:embeddedFont>
      <p:font typeface="Constantia" pitchFamily="18" charset="0"/>
      <p:regular r:id="rId9"/>
      <p:bold r:id="rId10"/>
      <p:italic r:id="rId11"/>
      <p:boldItalic r:id="rId12"/>
    </p:embeddedFont>
    <p:embeddedFont>
      <p:font typeface="Wingdings 2" pitchFamily="18" charset="2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-26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1066800" y="2057400"/>
            <a:ext cx="15703296" cy="2743200"/>
          </a:xfrm>
          <a:ln>
            <a:noFill/>
          </a:ln>
        </p:spPr>
        <p:txBody>
          <a:bodyPr vert="horz" tIns="0" rIns="32657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100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1066800" y="4842804"/>
            <a:ext cx="15709392" cy="2628900"/>
          </a:xfrm>
        </p:spPr>
        <p:txBody>
          <a:bodyPr lIns="0" rIns="32657"/>
          <a:lstStyle>
            <a:lvl1pPr marL="0" marR="81642" indent="0" algn="r">
              <a:buNone/>
              <a:defRPr>
                <a:solidFill>
                  <a:schemeClr val="tx1"/>
                </a:solidFill>
              </a:defRPr>
            </a:lvl1pPr>
            <a:lvl2pPr marL="816422" indent="0" algn="ctr">
              <a:buNone/>
            </a:lvl2pPr>
            <a:lvl3pPr marL="1632844" indent="0" algn="ctr">
              <a:buNone/>
            </a:lvl3pPr>
            <a:lvl4pPr marL="2449266" indent="0" algn="ctr">
              <a:buNone/>
            </a:lvl4pPr>
            <a:lvl5pPr marL="3265688" indent="0" algn="ctr">
              <a:buNone/>
            </a:lvl5pPr>
            <a:lvl6pPr marL="4082110" indent="0" algn="ctr">
              <a:buNone/>
            </a:lvl6pPr>
            <a:lvl7pPr marL="4898532" indent="0" algn="ctr">
              <a:buNone/>
            </a:lvl7pPr>
            <a:lvl8pPr marL="5714954" indent="0" algn="ctr">
              <a:buNone/>
            </a:lvl8pPr>
            <a:lvl9pPr marL="6531376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0704" y="1975104"/>
            <a:ext cx="15544800" cy="2043684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100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60704" y="4056996"/>
            <a:ext cx="15544800" cy="2264568"/>
          </a:xfrm>
        </p:spPr>
        <p:txBody>
          <a:bodyPr lIns="81642" rIns="81642" anchor="t"/>
          <a:lstStyle>
            <a:lvl1pPr marL="0" indent="0">
              <a:buNone/>
              <a:defRPr sz="3900">
                <a:solidFill>
                  <a:schemeClr val="tx1"/>
                </a:solidFill>
              </a:defRPr>
            </a:lvl1pPr>
            <a:lvl2pPr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6132"/>
            <a:ext cx="16459200" cy="17145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2880128"/>
            <a:ext cx="8077200" cy="6652260"/>
          </a:xfrm>
        </p:spPr>
        <p:txBody>
          <a:bodyPr/>
          <a:lstStyle>
            <a:lvl1pPr>
              <a:defRPr sz="46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9296400" y="2880128"/>
            <a:ext cx="8077200" cy="6652260"/>
          </a:xfrm>
        </p:spPr>
        <p:txBody>
          <a:bodyPr/>
          <a:lstStyle>
            <a:lvl1pPr>
              <a:defRPr sz="46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6132"/>
            <a:ext cx="16459200" cy="1714500"/>
          </a:xfrm>
        </p:spPr>
        <p:txBody>
          <a:bodyPr tIns="81642"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2782872"/>
            <a:ext cx="8080376" cy="989028"/>
          </a:xfrm>
        </p:spPr>
        <p:txBody>
          <a:bodyPr lIns="81642" tIns="0" rIns="81642" bIns="0" anchor="ctr">
            <a:noAutofit/>
          </a:bodyPr>
          <a:lstStyle>
            <a:lvl1pPr marL="0" indent="0">
              <a:buNone/>
              <a:defRPr sz="43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3600" b="1"/>
            </a:lvl2pPr>
            <a:lvl3pPr>
              <a:buNone/>
              <a:defRPr sz="3200" b="1"/>
            </a:lvl3pPr>
            <a:lvl4pPr>
              <a:buNone/>
              <a:defRPr sz="2900" b="1"/>
            </a:lvl4pPr>
            <a:lvl5pPr>
              <a:buNone/>
              <a:defRPr sz="29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9290051" y="2789636"/>
            <a:ext cx="8083550" cy="982265"/>
          </a:xfrm>
        </p:spPr>
        <p:txBody>
          <a:bodyPr lIns="81642" tIns="0" rIns="81642" bIns="0" anchor="ctr"/>
          <a:lstStyle>
            <a:lvl1pPr marL="0" indent="0">
              <a:buNone/>
              <a:defRPr sz="43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3600" b="1"/>
            </a:lvl2pPr>
            <a:lvl3pPr>
              <a:buNone/>
              <a:defRPr sz="3200" b="1"/>
            </a:lvl3pPr>
            <a:lvl4pPr>
              <a:buNone/>
              <a:defRPr sz="2900" b="1"/>
            </a:lvl4pPr>
            <a:lvl5pPr>
              <a:buNone/>
              <a:defRPr sz="29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914400" y="3771900"/>
            <a:ext cx="8080376" cy="5768580"/>
          </a:xfrm>
        </p:spPr>
        <p:txBody>
          <a:bodyPr tIns="0"/>
          <a:lstStyle>
            <a:lvl1pPr>
              <a:defRPr sz="39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9290051" y="3771900"/>
            <a:ext cx="8083550" cy="5768580"/>
          </a:xfrm>
        </p:spPr>
        <p:txBody>
          <a:bodyPr tIns="0"/>
          <a:lstStyle>
            <a:lvl1pPr>
              <a:defRPr sz="39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6132"/>
            <a:ext cx="16611600" cy="1714500"/>
          </a:xfrm>
        </p:spPr>
        <p:txBody>
          <a:bodyPr vert="horz" tIns="81642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89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771528"/>
            <a:ext cx="5486400" cy="1743075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4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1371600" y="2514600"/>
            <a:ext cx="5486400" cy="6858000"/>
          </a:xfrm>
        </p:spPr>
        <p:txBody>
          <a:bodyPr lIns="32657" rIns="32657"/>
          <a:lstStyle>
            <a:lvl1pPr marL="0" indent="0" algn="l">
              <a:buNone/>
              <a:defRPr sz="2500"/>
            </a:lvl1pPr>
            <a:lvl2pPr indent="0" algn="l">
              <a:buNone/>
              <a:defRPr sz="2100"/>
            </a:lvl2pPr>
            <a:lvl3pPr indent="0" algn="l">
              <a:buNone/>
              <a:defRPr sz="1800"/>
            </a:lvl3pPr>
            <a:lvl4pPr indent="0" algn="l">
              <a:buNone/>
              <a:defRPr sz="1600"/>
            </a:lvl4pPr>
            <a:lvl5pPr indent="0" algn="l">
              <a:buNone/>
              <a:defRPr sz="16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7150100" y="2514600"/>
            <a:ext cx="10223500" cy="6858000"/>
          </a:xfrm>
        </p:spPr>
        <p:txBody>
          <a:bodyPr tIns="0"/>
          <a:lstStyle>
            <a:lvl1pPr>
              <a:defRPr sz="5000"/>
            </a:lvl1pPr>
            <a:lvl2pPr>
              <a:defRPr sz="4600"/>
            </a:lvl2pPr>
            <a:lvl3pPr>
              <a:defRPr sz="4300"/>
            </a:lvl3pPr>
            <a:lvl4pPr>
              <a:defRPr sz="3600"/>
            </a:lvl4pPr>
            <a:lvl5pPr>
              <a:defRPr sz="32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6331506" y="1662116"/>
            <a:ext cx="10515600" cy="61722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16008268" y="8039654"/>
            <a:ext cx="310896" cy="233172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9200" y="1765495"/>
            <a:ext cx="4425696" cy="2373932"/>
          </a:xfrm>
        </p:spPr>
        <p:txBody>
          <a:bodyPr vert="horz" lIns="81642" tIns="81642" rIns="81642" bIns="81642" anchor="b"/>
          <a:lstStyle>
            <a:lvl1pPr algn="l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19200" y="4243178"/>
            <a:ext cx="4419600" cy="3268980"/>
          </a:xfrm>
        </p:spPr>
        <p:txBody>
          <a:bodyPr lIns="114299" rIns="81642" bIns="81642" anchor="t"/>
          <a:lstStyle>
            <a:lvl1pPr marL="0" indent="0" algn="l">
              <a:spcBef>
                <a:spcPts val="446"/>
              </a:spcBef>
              <a:buFontTx/>
              <a:buNone/>
              <a:defRPr sz="23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6154400" y="9534526"/>
            <a:ext cx="1219200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6971586" y="1799276"/>
            <a:ext cx="9235440" cy="589788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57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19050" y="8724900"/>
            <a:ext cx="18326100" cy="1562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63284" tIns="81642" rIns="163284" bIns="81642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8763000" y="9329738"/>
            <a:ext cx="9525000" cy="95726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63284" tIns="81642" rIns="163284" bIns="81642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3258800" y="1371602"/>
            <a:ext cx="4114800" cy="781764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1371602"/>
            <a:ext cx="12039600" cy="781764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19050" y="-10716"/>
            <a:ext cx="18326100" cy="15621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63284" tIns="81642" rIns="163284" bIns="81642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8763000" y="-10716"/>
            <a:ext cx="9525000" cy="95726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63284" tIns="81642" rIns="163284" bIns="81642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914400" y="1056132"/>
            <a:ext cx="16459200" cy="1714500"/>
          </a:xfrm>
          <a:prstGeom prst="rect">
            <a:avLst/>
          </a:prstGeom>
        </p:spPr>
        <p:txBody>
          <a:bodyPr vert="horz" lIns="0" tIns="81642" rIns="0" bIns="0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914400" y="2903220"/>
            <a:ext cx="16459200" cy="6583680"/>
          </a:xfrm>
          <a:prstGeom prst="rect">
            <a:avLst/>
          </a:prstGeom>
        </p:spPr>
        <p:txBody>
          <a:bodyPr vert="horz" lIns="163284" tIns="81642" rIns="163284" bIns="81642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914400" y="9534526"/>
            <a:ext cx="4267200" cy="547688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21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5334000" y="9534526"/>
            <a:ext cx="6705600" cy="547688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21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15849600" y="9534526"/>
            <a:ext cx="1524000" cy="547688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21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  <p:grpSp>
        <p:nvGrpSpPr>
          <p:cNvPr id="2" name="Groupe 1"/>
          <p:cNvGrpSpPr/>
          <p:nvPr/>
        </p:nvGrpSpPr>
        <p:grpSpPr>
          <a:xfrm>
            <a:off x="-38034" y="303612"/>
            <a:ext cx="18361096" cy="973836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89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489853" indent="-489853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142991" indent="-44086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43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indent="-44086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3700" kern="1200">
          <a:solidFill>
            <a:schemeClr val="tx1"/>
          </a:solidFill>
          <a:latin typeface="+mn-lt"/>
          <a:ea typeface="+mn-ea"/>
          <a:cs typeface="+mn-cs"/>
        </a:defRPr>
      </a:lvl3pPr>
      <a:lvl4pPr marL="2122697" indent="-375554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551" indent="-375554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3102404" indent="-375554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8973" indent="-326569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2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918826" indent="-326569" algn="l" rtl="0" eaLnBrk="1" latinLnBrk="0" hangingPunct="1">
        <a:spcBef>
          <a:spcPct val="20000"/>
        </a:spcBef>
        <a:buClr>
          <a:schemeClr val="tx2"/>
        </a:buClr>
        <a:buChar char="•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4408679" indent="-326569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25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8164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40821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48985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7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Image 24">
            <a:extLst>
              <a:ext uri="{FF2B5EF4-FFF2-40B4-BE49-F238E27FC236}">
                <a16:creationId xmlns:a16="http://schemas.microsoft.com/office/drawing/2014/main" xmlns="" id="{6AF806DA-A768-8FD7-9D96-41C2C9FDA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6899" y="469899"/>
            <a:ext cx="2274201" cy="227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 de texte 2">
            <a:extLst>
              <a:ext uri="{FF2B5EF4-FFF2-40B4-BE49-F238E27FC236}">
                <a16:creationId xmlns:a16="http://schemas.microsoft.com/office/drawing/2014/main" xmlns="" id="{33EF36D1-5A34-DD09-1EB8-5A6907A53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280" y="1085215"/>
            <a:ext cx="1460500" cy="137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en-US" sz="1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 Box 1">
            <a:extLst>
              <a:ext uri="{FF2B5EF4-FFF2-40B4-BE49-F238E27FC236}">
                <a16:creationId xmlns:a16="http://schemas.microsoft.com/office/drawing/2014/main" xmlns="" id="{58E80BB9-310D-03BD-92EC-3114E4646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9369" y="3187630"/>
            <a:ext cx="5043487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قسم الإعلام الآلي</a:t>
            </a:r>
            <a:r>
              <a:rPr kumimoji="0" lang="ar-DZ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DecoType Naskh" panose="02010400000000000000" pitchFamily="2" charset="-78"/>
              </a:rPr>
              <a:t> </a:t>
            </a:r>
            <a:endParaRPr kumimoji="0" lang="en-US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Department of Computer Science</a:t>
            </a: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xmlns="" id="{DE7C003F-EB98-C43A-DE83-E11496A4D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125002"/>
            <a:ext cx="553593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كلية الرياضيات والإعلام الآلي</a:t>
            </a:r>
            <a:endParaRPr kumimoji="0" lang="en-US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Faculty of Mathematics and Informatics</a:t>
            </a:r>
            <a:endParaRPr kumimoji="0" lang="fr-FR" alt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8D9821C5-4FD5-D19B-4351-8F0452CD0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xmlns="" id="{0D0BB82E-EDD2-A6D2-20C5-9AC316FD9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457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xmlns="" id="{3E0C2909-A6ED-72D1-A3D6-C9BDA3C54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17272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xmlns="" id="{9D62D4DA-375A-9C7E-EF3B-E1CEDE1D0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664" y="469899"/>
            <a:ext cx="8034656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الجمهورية الجزائرية الديمقراطية الشعبية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People’s Democratic Republic of Algeria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وزرارة التعليم العالي والبحث العلمي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Ministry of Higher Education and Scientific Research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DZ" altLang="fr-F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جامعة محمد بوضياف بالمسيلة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xmlns="" id="{00965F32-620F-D4BE-14AA-95CAA240E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409100"/>
            <a:ext cx="619315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University Mohamed Boudiaf of M’sila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xmlns="" id="{EEFD20AA-3070-D0D1-AFBD-DF1861062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4646" y="4313066"/>
            <a:ext cx="12054972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kumimoji="0" lang="en-US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kumimoji="0" lang="en-US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Mathematics and Computer Science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 :</a:t>
            </a:r>
            <a:r>
              <a:rPr kumimoji="0" lang="en-US" altLang="fr-FR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Master in </a:t>
            </a:r>
            <a:r>
              <a:rPr kumimoji="0" lang="en-US" alt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Networks </a:t>
            </a:r>
            <a:r>
              <a:rPr kumimoji="0" lang="en-US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Information and  Communication Technologies "RTIC"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fr-F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……………………….. </a:t>
            </a:r>
            <a:r>
              <a:rPr kumimoji="0" lang="en-US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Pr/Dr</a:t>
            </a:r>
            <a:r>
              <a:rPr kumimoji="0" lang="en-US" alt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…………………….</a:t>
            </a:r>
            <a:r>
              <a:rPr kumimoji="0" lang="en-US" alt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kumimoji="0" lang="ar-DZ" altLang="fr-FR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PFE </a:t>
            </a:r>
            <a:r>
              <a:rPr lang="fr-FR" altLang="fr-F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fr-FR" alt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…………….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A6BEEEC3-1B3A-2ACF-8961-7AF8E856F440}"/>
              </a:ext>
            </a:extLst>
          </p:cNvPr>
          <p:cNvSpPr txBox="1"/>
          <p:nvPr/>
        </p:nvSpPr>
        <p:spPr>
          <a:xfrm>
            <a:off x="7924800" y="9491939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Academic Year 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2025/2026</a:t>
            </a:r>
            <a:endParaRPr lang="fr-FR" sz="2400" b="1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BA294935-3AA5-D23F-C6D6-475C72C847B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716296" y="642906"/>
            <a:ext cx="1785950" cy="1714512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xmlns="" val="2862120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Remarque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 smtClean="0"/>
              <a:t>Ce n’est pas obligatoire de suivre le plan de </a:t>
            </a:r>
            <a:r>
              <a:rPr lang="fr-FR" smtClean="0"/>
              <a:t>présentation du prochaine </a:t>
            </a:r>
            <a:r>
              <a:rPr lang="fr-FR" dirty="0" err="1" smtClean="0"/>
              <a:t>slide</a:t>
            </a:r>
            <a:r>
              <a:rPr lang="fr-FR" dirty="0" smtClean="0"/>
              <a:t>, mais la présentation doit implicitement inclure tous les points. 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0704" y="285716"/>
            <a:ext cx="15544800" cy="1168132"/>
          </a:xfrm>
        </p:spPr>
        <p:txBody>
          <a:bodyPr/>
          <a:lstStyle/>
          <a:p>
            <a:r>
              <a:rPr lang="en-US" dirty="0" smtClean="0"/>
              <a:t>Plan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60704" y="1857352"/>
            <a:ext cx="15544800" cy="7786742"/>
          </a:xfrm>
        </p:spPr>
        <p:txBody>
          <a:bodyPr>
            <a:normAutofit fontScale="925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Introduction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Présenter le </a:t>
            </a:r>
            <a:r>
              <a:rPr lang="fr-FR" b="1" u="sng" dirty="0" smtClean="0">
                <a:solidFill>
                  <a:srgbClr val="FFFF00"/>
                </a:solidFill>
              </a:rPr>
              <a:t>contexte</a:t>
            </a:r>
            <a:r>
              <a:rPr lang="fr-FR" b="1" dirty="0" smtClean="0">
                <a:solidFill>
                  <a:srgbClr val="FFFF00"/>
                </a:solidFill>
              </a:rPr>
              <a:t> de votre projet de fin d’étude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Objectif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Expliquer privément les objectifs de votre projet.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Méthodologie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Donner les méthodes et le processus à suivre pour réaliser les objectifs de votre projet.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Outils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Présenter la liste de tous les outils utilisés pour développer/réaliser votre projet.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Résultats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Si vous avez arriver à des résultats, présenter les  brièvement dans cette section.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Conclusion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fr-FR" b="1" dirty="0" smtClean="0">
                <a:solidFill>
                  <a:srgbClr val="FFFF00"/>
                </a:solidFill>
              </a:rPr>
              <a:t>Présenter l’importance de votre projet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3145</TotalTime>
  <Words>182</Words>
  <Application>Microsoft Office PowerPoint</Application>
  <PresentationFormat>Personnalisé</PresentationFormat>
  <Paragraphs>34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Arial</vt:lpstr>
      <vt:lpstr>Times New Roman</vt:lpstr>
      <vt:lpstr>DecoType Naskh</vt:lpstr>
      <vt:lpstr>Calibri</vt:lpstr>
      <vt:lpstr>Constantia</vt:lpstr>
      <vt:lpstr>Wingdings 2</vt:lpstr>
      <vt:lpstr>Débit</vt:lpstr>
      <vt:lpstr>Diapositive 1</vt:lpstr>
      <vt:lpstr>Remarque</vt:lpstr>
      <vt:lpstr>Plan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Medical Presentation</dc:title>
  <dc:creator>DELL</dc:creator>
  <cp:lastModifiedBy>Etudiant</cp:lastModifiedBy>
  <cp:revision>31</cp:revision>
  <dcterms:created xsi:type="dcterms:W3CDTF">2006-08-16T00:00:00Z</dcterms:created>
  <dcterms:modified xsi:type="dcterms:W3CDTF">2026-04-06T21:39:20Z</dcterms:modified>
  <dc:identifier>DAGo8k_Tdcc</dc:identifier>
</cp:coreProperties>
</file>